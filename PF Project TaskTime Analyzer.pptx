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10.svg" ContentType="image/svg+xml"/>
  <Override PartName="/ppt/media/image12.svg" ContentType="image/svg+xml"/>
  <Override PartName="/ppt/media/image14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7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0022DF-D0DC-48E9-B833-36C06D0E18DC}" type="doc">
      <dgm:prSet loTypeId="urn:microsoft.com/office/officeart/2018/2/layout/IconCircleList" loCatId="icon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0BADAE9-C7D0-4F9A-8E11-2F54165A7B8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Add, view, and manage tasks efficiently. </a:t>
          </a:r>
        </a:p>
      </dgm:t>
    </dgm:pt>
    <dgm:pt modelId="{84995E87-61D3-418B-80AB-543AD5381DE9}" cxnId="{AB0AB349-BD70-4FFA-B278-3C0BD1EBA5E2}" type="parTrans">
      <dgm:prSet/>
      <dgm:spPr/>
      <dgm:t>
        <a:bodyPr/>
        <a:lstStyle/>
        <a:p>
          <a:endParaRPr lang="en-US" sz="2400"/>
        </a:p>
      </dgm:t>
    </dgm:pt>
    <dgm:pt modelId="{F028C749-F6C0-4262-A515-D2DEABFE98AB}" cxnId="{AB0AB349-BD70-4FFA-B278-3C0BD1EBA5E2}" type="sibTrans">
      <dgm:prSet/>
      <dgm:spPr/>
      <dgm:t>
        <a:bodyPr/>
        <a:lstStyle/>
        <a:p>
          <a:pPr>
            <a:lnSpc>
              <a:spcPct val="100000"/>
            </a:lnSpc>
          </a:pPr>
          <a:endParaRPr lang="en-US" sz="2400"/>
        </a:p>
      </dgm:t>
    </dgm:pt>
    <dgm:pt modelId="{BA6C3B69-D389-46C5-B431-3AD1B8123C8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Display real-time current time. </a:t>
          </a:r>
        </a:p>
      </dgm:t>
    </dgm:pt>
    <dgm:pt modelId="{5B6590E7-7229-453C-A25C-04EE5EE8F05D}" cxnId="{EBFA4FA1-08B6-4183-BB82-7F1054F115E7}" type="parTrans">
      <dgm:prSet/>
      <dgm:spPr/>
      <dgm:t>
        <a:bodyPr/>
        <a:lstStyle/>
        <a:p>
          <a:endParaRPr lang="en-US" sz="2400"/>
        </a:p>
      </dgm:t>
    </dgm:pt>
    <dgm:pt modelId="{6334B946-B630-44BA-AC4D-7EC5996BE70C}" cxnId="{EBFA4FA1-08B6-4183-BB82-7F1054F115E7}" type="sibTrans">
      <dgm:prSet/>
      <dgm:spPr/>
      <dgm:t>
        <a:bodyPr/>
        <a:lstStyle/>
        <a:p>
          <a:pPr>
            <a:lnSpc>
              <a:spcPct val="100000"/>
            </a:lnSpc>
          </a:pPr>
          <a:endParaRPr lang="en-US" sz="2400"/>
        </a:p>
      </dgm:t>
    </dgm:pt>
    <dgm:pt modelId="{CF0C516B-C650-4155-B00C-EFA6310644A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Start tasks with countdown timers and trigger alarms. Provide stopwatch functionality: start, pause, resume, reset. </a:t>
          </a:r>
        </a:p>
      </dgm:t>
    </dgm:pt>
    <dgm:pt modelId="{FADD2CA7-0981-4CB0-A5E9-5E2ED0E842E6}" cxnId="{38D71114-53B5-4EA5-9ACB-BCA5334266F5}" type="parTrans">
      <dgm:prSet/>
      <dgm:spPr/>
      <dgm:t>
        <a:bodyPr/>
        <a:lstStyle/>
        <a:p>
          <a:endParaRPr lang="en-US" sz="2400"/>
        </a:p>
      </dgm:t>
    </dgm:pt>
    <dgm:pt modelId="{1A905D49-B85B-4D13-85C4-CC3B5A73CF8F}" cxnId="{38D71114-53B5-4EA5-9ACB-BCA5334266F5}" type="sibTrans">
      <dgm:prSet/>
      <dgm:spPr/>
      <dgm:t>
        <a:bodyPr/>
        <a:lstStyle/>
        <a:p>
          <a:pPr>
            <a:lnSpc>
              <a:spcPct val="100000"/>
            </a:lnSpc>
          </a:pPr>
          <a:endParaRPr lang="en-US" sz="2400"/>
        </a:p>
      </dgm:t>
    </dgm:pt>
    <dgm:pt modelId="{6F346A35-EFCB-44B0-91F4-EBD8971F6DF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User-friendly, menu-driven program using C++ fundamentals</a:t>
          </a:r>
        </a:p>
      </dgm:t>
    </dgm:pt>
    <dgm:pt modelId="{B11EE118-2C3D-4A1A-A054-A1C96CA467F7}" cxnId="{DAF75BDB-17B9-41F1-B9B9-ED68EDAA8F5B}" type="parTrans">
      <dgm:prSet/>
      <dgm:spPr/>
      <dgm:t>
        <a:bodyPr/>
        <a:lstStyle/>
        <a:p>
          <a:endParaRPr lang="en-US" sz="2400"/>
        </a:p>
      </dgm:t>
    </dgm:pt>
    <dgm:pt modelId="{5A4A3494-6D78-4CF5-8F0C-25275EA99B61}" cxnId="{DAF75BDB-17B9-41F1-B9B9-ED68EDAA8F5B}" type="sibTrans">
      <dgm:prSet/>
      <dgm:spPr/>
      <dgm:t>
        <a:bodyPr/>
        <a:lstStyle/>
        <a:p>
          <a:endParaRPr lang="en-US" sz="2400"/>
        </a:p>
      </dgm:t>
    </dgm:pt>
    <dgm:pt modelId="{A32B7408-0865-4E58-B20C-DFE7F600B663}" type="pres">
      <dgm:prSet presAssocID="{E80022DF-D0DC-48E9-B833-36C06D0E18DC}" presName="root" presStyleCnt="0">
        <dgm:presLayoutVars>
          <dgm:dir/>
          <dgm:resizeHandles val="exact"/>
        </dgm:presLayoutVars>
      </dgm:prSet>
      <dgm:spPr/>
    </dgm:pt>
    <dgm:pt modelId="{89A29885-79FC-4831-A390-4A89F78CD070}" type="pres">
      <dgm:prSet presAssocID="{E80022DF-D0DC-48E9-B833-36C06D0E18DC}" presName="container" presStyleCnt="0">
        <dgm:presLayoutVars>
          <dgm:dir/>
          <dgm:resizeHandles val="exact"/>
        </dgm:presLayoutVars>
      </dgm:prSet>
      <dgm:spPr/>
    </dgm:pt>
    <dgm:pt modelId="{D17EB810-BB5C-4DBA-AFCF-6922A3577692}" type="pres">
      <dgm:prSet presAssocID="{C0BADAE9-C7D0-4F9A-8E11-2F54165A7B85}" presName="compNode" presStyleCnt="0"/>
      <dgm:spPr/>
    </dgm:pt>
    <dgm:pt modelId="{2F69B0F8-E435-4D2C-9629-EBB16FA3DB8C}" type="pres">
      <dgm:prSet presAssocID="{C0BADAE9-C7D0-4F9A-8E11-2F54165A7B85}" presName="iconBgRect" presStyleLbl="bgShp" presStyleIdx="0" presStyleCnt="4"/>
      <dgm:spPr/>
    </dgm:pt>
    <dgm:pt modelId="{23E24F37-587A-4C60-903C-A6E384821FA9}" type="pres">
      <dgm:prSet presAssocID="{C0BADAE9-C7D0-4F9A-8E11-2F54165A7B8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</dgm:pt>
    <dgm:pt modelId="{A7AB8DB7-4DBD-4321-9BC1-0893EE63F212}" type="pres">
      <dgm:prSet presAssocID="{C0BADAE9-C7D0-4F9A-8E11-2F54165A7B85}" presName="spaceRect" presStyleCnt="0"/>
      <dgm:spPr/>
    </dgm:pt>
    <dgm:pt modelId="{544F97C6-1FB9-4034-A728-2CEDF16D1E5D}" type="pres">
      <dgm:prSet presAssocID="{C0BADAE9-C7D0-4F9A-8E11-2F54165A7B85}" presName="textRect" presStyleLbl="revTx" presStyleIdx="0" presStyleCnt="4">
        <dgm:presLayoutVars>
          <dgm:chMax val="1"/>
          <dgm:chPref val="1"/>
        </dgm:presLayoutVars>
      </dgm:prSet>
      <dgm:spPr/>
    </dgm:pt>
    <dgm:pt modelId="{9D0517A0-129D-4EAA-B0CE-AA1F0E59864C}" type="pres">
      <dgm:prSet presAssocID="{F028C749-F6C0-4262-A515-D2DEABFE98AB}" presName="sibTrans" presStyleLbl="sibTrans2D1" presStyleIdx="0" presStyleCnt="0"/>
      <dgm:spPr/>
    </dgm:pt>
    <dgm:pt modelId="{949DA606-68A0-4635-87DA-F05E23130019}" type="pres">
      <dgm:prSet presAssocID="{BA6C3B69-D389-46C5-B431-3AD1B8123C8C}" presName="compNode" presStyleCnt="0"/>
      <dgm:spPr/>
    </dgm:pt>
    <dgm:pt modelId="{457A1881-3D0B-40DD-9833-9ED08447DFFA}" type="pres">
      <dgm:prSet presAssocID="{BA6C3B69-D389-46C5-B431-3AD1B8123C8C}" presName="iconBgRect" presStyleLbl="bgShp" presStyleIdx="1" presStyleCnt="4"/>
      <dgm:spPr/>
    </dgm:pt>
    <dgm:pt modelId="{BD51DEDD-3381-4FC4-80A4-50768F9EAEEB}" type="pres">
      <dgm:prSet presAssocID="{BA6C3B69-D389-46C5-B431-3AD1B8123C8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</dgm:pt>
    <dgm:pt modelId="{69DCD116-6C4C-4A39-8617-E06781EF1184}" type="pres">
      <dgm:prSet presAssocID="{BA6C3B69-D389-46C5-B431-3AD1B8123C8C}" presName="spaceRect" presStyleCnt="0"/>
      <dgm:spPr/>
    </dgm:pt>
    <dgm:pt modelId="{16D7669B-C544-460B-9DFB-84022D4C8529}" type="pres">
      <dgm:prSet presAssocID="{BA6C3B69-D389-46C5-B431-3AD1B8123C8C}" presName="textRect" presStyleLbl="revTx" presStyleIdx="1" presStyleCnt="4">
        <dgm:presLayoutVars>
          <dgm:chMax val="1"/>
          <dgm:chPref val="1"/>
        </dgm:presLayoutVars>
      </dgm:prSet>
      <dgm:spPr/>
    </dgm:pt>
    <dgm:pt modelId="{995226E8-EEDD-494C-8153-5E9CEEE057F3}" type="pres">
      <dgm:prSet presAssocID="{6334B946-B630-44BA-AC4D-7EC5996BE70C}" presName="sibTrans" presStyleLbl="sibTrans2D1" presStyleIdx="0" presStyleCnt="0"/>
      <dgm:spPr/>
    </dgm:pt>
    <dgm:pt modelId="{BD13A0A0-574F-4A36-9E8C-A7E8BDD5428B}" type="pres">
      <dgm:prSet presAssocID="{CF0C516B-C650-4155-B00C-EFA6310644AE}" presName="compNode" presStyleCnt="0"/>
      <dgm:spPr/>
    </dgm:pt>
    <dgm:pt modelId="{C782FEE9-A229-498E-97D3-0636EEF8BFD7}" type="pres">
      <dgm:prSet presAssocID="{CF0C516B-C650-4155-B00C-EFA6310644AE}" presName="iconBgRect" presStyleLbl="bgShp" presStyleIdx="2" presStyleCnt="4"/>
      <dgm:spPr/>
    </dgm:pt>
    <dgm:pt modelId="{A0D9B3E4-D145-4016-A11B-38BCDCA22728}" type="pres">
      <dgm:prSet presAssocID="{CF0C516B-C650-4155-B00C-EFA6310644A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</dgm:pt>
    <dgm:pt modelId="{AED9390C-332D-4BA0-A62A-C1B835E7579F}" type="pres">
      <dgm:prSet presAssocID="{CF0C516B-C650-4155-B00C-EFA6310644AE}" presName="spaceRect" presStyleCnt="0"/>
      <dgm:spPr/>
    </dgm:pt>
    <dgm:pt modelId="{E5B5DA4A-6C73-4AA4-90CA-B401510713D0}" type="pres">
      <dgm:prSet presAssocID="{CF0C516B-C650-4155-B00C-EFA6310644AE}" presName="textRect" presStyleLbl="revTx" presStyleIdx="2" presStyleCnt="4">
        <dgm:presLayoutVars>
          <dgm:chMax val="1"/>
          <dgm:chPref val="1"/>
        </dgm:presLayoutVars>
      </dgm:prSet>
      <dgm:spPr/>
    </dgm:pt>
    <dgm:pt modelId="{F317E252-00AF-4522-A361-27763208C8C0}" type="pres">
      <dgm:prSet presAssocID="{1A905D49-B85B-4D13-85C4-CC3B5A73CF8F}" presName="sibTrans" presStyleLbl="sibTrans2D1" presStyleIdx="0" presStyleCnt="0"/>
      <dgm:spPr/>
    </dgm:pt>
    <dgm:pt modelId="{19EB4A22-C302-4E8F-9D0C-4F48950D3206}" type="pres">
      <dgm:prSet presAssocID="{6F346A35-EFCB-44B0-91F4-EBD8971F6DF2}" presName="compNode" presStyleCnt="0"/>
      <dgm:spPr/>
    </dgm:pt>
    <dgm:pt modelId="{88CB8276-FBEC-4A08-B8E3-80DB9C5D1BC7}" type="pres">
      <dgm:prSet presAssocID="{6F346A35-EFCB-44B0-91F4-EBD8971F6DF2}" presName="iconBgRect" presStyleLbl="bgShp" presStyleIdx="3" presStyleCnt="4"/>
      <dgm:spPr/>
    </dgm:pt>
    <dgm:pt modelId="{470A01A4-65A2-4E02-B2E2-3FE4E435997D}" type="pres">
      <dgm:prSet presAssocID="{6F346A35-EFCB-44B0-91F4-EBD8971F6DF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</dgm:pt>
    <dgm:pt modelId="{50452EF9-583E-4B9E-BEAB-4FCB38B4BE05}" type="pres">
      <dgm:prSet presAssocID="{6F346A35-EFCB-44B0-91F4-EBD8971F6DF2}" presName="spaceRect" presStyleCnt="0"/>
      <dgm:spPr/>
    </dgm:pt>
    <dgm:pt modelId="{660B2031-B640-4D96-85DA-7C4B675044E7}" type="pres">
      <dgm:prSet presAssocID="{6F346A35-EFCB-44B0-91F4-EBD8971F6DF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8D71114-53B5-4EA5-9ACB-BCA5334266F5}" srcId="{E80022DF-D0DC-48E9-B833-36C06D0E18DC}" destId="{CF0C516B-C650-4155-B00C-EFA6310644AE}" srcOrd="2" destOrd="0" parTransId="{FADD2CA7-0981-4CB0-A5E9-5E2ED0E842E6}" sibTransId="{1A905D49-B85B-4D13-85C4-CC3B5A73CF8F}"/>
    <dgm:cxn modelId="{E980B420-6A40-4790-834A-C8E2CA76360F}" type="presOf" srcId="{E80022DF-D0DC-48E9-B833-36C06D0E18DC}" destId="{A32B7408-0865-4E58-B20C-DFE7F600B663}" srcOrd="0" destOrd="0" presId="urn:microsoft.com/office/officeart/2018/2/layout/IconCircleList"/>
    <dgm:cxn modelId="{FC151B34-8627-4C67-9F6C-628E57DD57DA}" type="presOf" srcId="{F028C749-F6C0-4262-A515-D2DEABFE98AB}" destId="{9D0517A0-129D-4EAA-B0CE-AA1F0E59864C}" srcOrd="0" destOrd="0" presId="urn:microsoft.com/office/officeart/2018/2/layout/IconCircleList"/>
    <dgm:cxn modelId="{D3AFCD35-D161-4D14-A37B-3B3E4A62A1F2}" type="presOf" srcId="{1A905D49-B85B-4D13-85C4-CC3B5A73CF8F}" destId="{F317E252-00AF-4522-A361-27763208C8C0}" srcOrd="0" destOrd="0" presId="urn:microsoft.com/office/officeart/2018/2/layout/IconCircleList"/>
    <dgm:cxn modelId="{AB0AB349-BD70-4FFA-B278-3C0BD1EBA5E2}" srcId="{E80022DF-D0DC-48E9-B833-36C06D0E18DC}" destId="{C0BADAE9-C7D0-4F9A-8E11-2F54165A7B85}" srcOrd="0" destOrd="0" parTransId="{84995E87-61D3-418B-80AB-543AD5381DE9}" sibTransId="{F028C749-F6C0-4262-A515-D2DEABFE98AB}"/>
    <dgm:cxn modelId="{4BDBAA52-9765-4D04-A0B2-5C6658B03F2E}" type="presOf" srcId="{6334B946-B630-44BA-AC4D-7EC5996BE70C}" destId="{995226E8-EEDD-494C-8153-5E9CEEE057F3}" srcOrd="0" destOrd="0" presId="urn:microsoft.com/office/officeart/2018/2/layout/IconCircleList"/>
    <dgm:cxn modelId="{2FCBC18C-D70E-4975-86DE-E3A480790A33}" type="presOf" srcId="{CF0C516B-C650-4155-B00C-EFA6310644AE}" destId="{E5B5DA4A-6C73-4AA4-90CA-B401510713D0}" srcOrd="0" destOrd="0" presId="urn:microsoft.com/office/officeart/2018/2/layout/IconCircleList"/>
    <dgm:cxn modelId="{EBFA4FA1-08B6-4183-BB82-7F1054F115E7}" srcId="{E80022DF-D0DC-48E9-B833-36C06D0E18DC}" destId="{BA6C3B69-D389-46C5-B431-3AD1B8123C8C}" srcOrd="1" destOrd="0" parTransId="{5B6590E7-7229-453C-A25C-04EE5EE8F05D}" sibTransId="{6334B946-B630-44BA-AC4D-7EC5996BE70C}"/>
    <dgm:cxn modelId="{AFD6F8B0-D8EA-43FD-825B-61CCCA16B7C9}" type="presOf" srcId="{6F346A35-EFCB-44B0-91F4-EBD8971F6DF2}" destId="{660B2031-B640-4D96-85DA-7C4B675044E7}" srcOrd="0" destOrd="0" presId="urn:microsoft.com/office/officeart/2018/2/layout/IconCircleList"/>
    <dgm:cxn modelId="{B0FF0DC0-55ED-4647-8CC5-85DBAB183CEE}" type="presOf" srcId="{C0BADAE9-C7D0-4F9A-8E11-2F54165A7B85}" destId="{544F97C6-1FB9-4034-A728-2CEDF16D1E5D}" srcOrd="0" destOrd="0" presId="urn:microsoft.com/office/officeart/2018/2/layout/IconCircleList"/>
    <dgm:cxn modelId="{DAF75BDB-17B9-41F1-B9B9-ED68EDAA8F5B}" srcId="{E80022DF-D0DC-48E9-B833-36C06D0E18DC}" destId="{6F346A35-EFCB-44B0-91F4-EBD8971F6DF2}" srcOrd="3" destOrd="0" parTransId="{B11EE118-2C3D-4A1A-A054-A1C96CA467F7}" sibTransId="{5A4A3494-6D78-4CF5-8F0C-25275EA99B61}"/>
    <dgm:cxn modelId="{9B61EEFC-A093-4F90-B02C-54465F6B3BA6}" type="presOf" srcId="{BA6C3B69-D389-46C5-B431-3AD1B8123C8C}" destId="{16D7669B-C544-460B-9DFB-84022D4C8529}" srcOrd="0" destOrd="0" presId="urn:microsoft.com/office/officeart/2018/2/layout/IconCircleList"/>
    <dgm:cxn modelId="{5142E0C5-2D5E-4BAB-8C76-8FF4E5DFFF37}" type="presParOf" srcId="{A32B7408-0865-4E58-B20C-DFE7F600B663}" destId="{89A29885-79FC-4831-A390-4A89F78CD070}" srcOrd="0" destOrd="0" presId="urn:microsoft.com/office/officeart/2018/2/layout/IconCircleList"/>
    <dgm:cxn modelId="{DBA026B0-F333-48D1-93FC-EF3314491938}" type="presParOf" srcId="{89A29885-79FC-4831-A390-4A89F78CD070}" destId="{D17EB810-BB5C-4DBA-AFCF-6922A3577692}" srcOrd="0" destOrd="0" presId="urn:microsoft.com/office/officeart/2018/2/layout/IconCircleList"/>
    <dgm:cxn modelId="{EFBA14CE-BC52-4133-8CC1-B8726AB429B4}" type="presParOf" srcId="{D17EB810-BB5C-4DBA-AFCF-6922A3577692}" destId="{2F69B0F8-E435-4D2C-9629-EBB16FA3DB8C}" srcOrd="0" destOrd="0" presId="urn:microsoft.com/office/officeart/2018/2/layout/IconCircleList"/>
    <dgm:cxn modelId="{99A221DC-1D90-40BA-A969-29585DFC6216}" type="presParOf" srcId="{D17EB810-BB5C-4DBA-AFCF-6922A3577692}" destId="{23E24F37-587A-4C60-903C-A6E384821FA9}" srcOrd="1" destOrd="0" presId="urn:microsoft.com/office/officeart/2018/2/layout/IconCircleList"/>
    <dgm:cxn modelId="{EA8821BB-A67C-4709-9A7A-29A24FF884C4}" type="presParOf" srcId="{D17EB810-BB5C-4DBA-AFCF-6922A3577692}" destId="{A7AB8DB7-4DBD-4321-9BC1-0893EE63F212}" srcOrd="2" destOrd="0" presId="urn:microsoft.com/office/officeart/2018/2/layout/IconCircleList"/>
    <dgm:cxn modelId="{1D55F6DF-6B89-43F2-A4C9-CB49D82C5E96}" type="presParOf" srcId="{D17EB810-BB5C-4DBA-AFCF-6922A3577692}" destId="{544F97C6-1FB9-4034-A728-2CEDF16D1E5D}" srcOrd="3" destOrd="0" presId="urn:microsoft.com/office/officeart/2018/2/layout/IconCircleList"/>
    <dgm:cxn modelId="{4FB54F10-8ABA-43C1-B369-C6D9CD7EB35D}" type="presParOf" srcId="{89A29885-79FC-4831-A390-4A89F78CD070}" destId="{9D0517A0-129D-4EAA-B0CE-AA1F0E59864C}" srcOrd="1" destOrd="0" presId="urn:microsoft.com/office/officeart/2018/2/layout/IconCircleList"/>
    <dgm:cxn modelId="{F4DA2BAB-CE3B-47DD-9245-35A45C070806}" type="presParOf" srcId="{89A29885-79FC-4831-A390-4A89F78CD070}" destId="{949DA606-68A0-4635-87DA-F05E23130019}" srcOrd="2" destOrd="0" presId="urn:microsoft.com/office/officeart/2018/2/layout/IconCircleList"/>
    <dgm:cxn modelId="{BFF9A027-F288-49A6-A6A0-ECF31FD62A16}" type="presParOf" srcId="{949DA606-68A0-4635-87DA-F05E23130019}" destId="{457A1881-3D0B-40DD-9833-9ED08447DFFA}" srcOrd="0" destOrd="0" presId="urn:microsoft.com/office/officeart/2018/2/layout/IconCircleList"/>
    <dgm:cxn modelId="{039D5FAD-D1EC-4CF5-A976-FD7957DA841F}" type="presParOf" srcId="{949DA606-68A0-4635-87DA-F05E23130019}" destId="{BD51DEDD-3381-4FC4-80A4-50768F9EAEEB}" srcOrd="1" destOrd="0" presId="urn:microsoft.com/office/officeart/2018/2/layout/IconCircleList"/>
    <dgm:cxn modelId="{BC23BD71-493D-455B-94F5-DF9D9D3E7524}" type="presParOf" srcId="{949DA606-68A0-4635-87DA-F05E23130019}" destId="{69DCD116-6C4C-4A39-8617-E06781EF1184}" srcOrd="2" destOrd="0" presId="urn:microsoft.com/office/officeart/2018/2/layout/IconCircleList"/>
    <dgm:cxn modelId="{F78465C7-EE02-4750-A64D-76279F12F8C6}" type="presParOf" srcId="{949DA606-68A0-4635-87DA-F05E23130019}" destId="{16D7669B-C544-460B-9DFB-84022D4C8529}" srcOrd="3" destOrd="0" presId="urn:microsoft.com/office/officeart/2018/2/layout/IconCircleList"/>
    <dgm:cxn modelId="{BCE0BAF9-BEE2-4FA7-9FAB-324D2E5B636E}" type="presParOf" srcId="{89A29885-79FC-4831-A390-4A89F78CD070}" destId="{995226E8-EEDD-494C-8153-5E9CEEE057F3}" srcOrd="3" destOrd="0" presId="urn:microsoft.com/office/officeart/2018/2/layout/IconCircleList"/>
    <dgm:cxn modelId="{8488AB82-11AC-4561-B6C7-51B8F88D2F29}" type="presParOf" srcId="{89A29885-79FC-4831-A390-4A89F78CD070}" destId="{BD13A0A0-574F-4A36-9E8C-A7E8BDD5428B}" srcOrd="4" destOrd="0" presId="urn:microsoft.com/office/officeart/2018/2/layout/IconCircleList"/>
    <dgm:cxn modelId="{C263031C-C6A6-4BE7-8FFA-824E7D9CE818}" type="presParOf" srcId="{BD13A0A0-574F-4A36-9E8C-A7E8BDD5428B}" destId="{C782FEE9-A229-498E-97D3-0636EEF8BFD7}" srcOrd="0" destOrd="0" presId="urn:microsoft.com/office/officeart/2018/2/layout/IconCircleList"/>
    <dgm:cxn modelId="{9EAC8266-939B-4EA1-9E2D-6C21C0C10167}" type="presParOf" srcId="{BD13A0A0-574F-4A36-9E8C-A7E8BDD5428B}" destId="{A0D9B3E4-D145-4016-A11B-38BCDCA22728}" srcOrd="1" destOrd="0" presId="urn:microsoft.com/office/officeart/2018/2/layout/IconCircleList"/>
    <dgm:cxn modelId="{8FBDC626-6608-450A-86E2-8DC1B6C72036}" type="presParOf" srcId="{BD13A0A0-574F-4A36-9E8C-A7E8BDD5428B}" destId="{AED9390C-332D-4BA0-A62A-C1B835E7579F}" srcOrd="2" destOrd="0" presId="urn:microsoft.com/office/officeart/2018/2/layout/IconCircleList"/>
    <dgm:cxn modelId="{40D63FBC-0BF7-4AEC-BC91-4B66B50C63D4}" type="presParOf" srcId="{BD13A0A0-574F-4A36-9E8C-A7E8BDD5428B}" destId="{E5B5DA4A-6C73-4AA4-90CA-B401510713D0}" srcOrd="3" destOrd="0" presId="urn:microsoft.com/office/officeart/2018/2/layout/IconCircleList"/>
    <dgm:cxn modelId="{4BCD6EAD-06A1-4DD4-ABE5-EF387B8A1AFC}" type="presParOf" srcId="{89A29885-79FC-4831-A390-4A89F78CD070}" destId="{F317E252-00AF-4522-A361-27763208C8C0}" srcOrd="5" destOrd="0" presId="urn:microsoft.com/office/officeart/2018/2/layout/IconCircleList"/>
    <dgm:cxn modelId="{C20ED22C-52EA-4554-A70B-8E8EED8E0A77}" type="presParOf" srcId="{89A29885-79FC-4831-A390-4A89F78CD070}" destId="{19EB4A22-C302-4E8F-9D0C-4F48950D3206}" srcOrd="6" destOrd="0" presId="urn:microsoft.com/office/officeart/2018/2/layout/IconCircleList"/>
    <dgm:cxn modelId="{81085890-8BDC-4C47-916D-7E0C944BF2C1}" type="presParOf" srcId="{19EB4A22-C302-4E8F-9D0C-4F48950D3206}" destId="{88CB8276-FBEC-4A08-B8E3-80DB9C5D1BC7}" srcOrd="0" destOrd="0" presId="urn:microsoft.com/office/officeart/2018/2/layout/IconCircleList"/>
    <dgm:cxn modelId="{20C1EAB4-8552-40C5-8F69-185685CBD9C8}" type="presParOf" srcId="{19EB4A22-C302-4E8F-9D0C-4F48950D3206}" destId="{470A01A4-65A2-4E02-B2E2-3FE4E435997D}" srcOrd="1" destOrd="0" presId="urn:microsoft.com/office/officeart/2018/2/layout/IconCircleList"/>
    <dgm:cxn modelId="{1B52B9D4-6188-47E9-B841-904062BAF96B}" type="presParOf" srcId="{19EB4A22-C302-4E8F-9D0C-4F48950D3206}" destId="{50452EF9-583E-4B9E-BEAB-4FCB38B4BE05}" srcOrd="2" destOrd="0" presId="urn:microsoft.com/office/officeart/2018/2/layout/IconCircleList"/>
    <dgm:cxn modelId="{54EE92A4-DE6B-4473-A113-6C794812ED87}" type="presParOf" srcId="{19EB4A22-C302-4E8F-9D0C-4F48950D3206}" destId="{660B2031-B640-4D96-85DA-7C4B675044E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6627924" cy="3739896"/>
        <a:chOff x="0" y="0"/>
        <a:chExt cx="6627924" cy="3739896"/>
      </a:xfrm>
    </dsp:grpSpPr>
    <dsp:sp modelId="{2F69B0F8-E435-4D2C-9629-EBB16FA3DB8C}">
      <dsp:nvSpPr>
        <dsp:cNvPr id="3" name="Oval 2"/>
        <dsp:cNvSpPr/>
      </dsp:nvSpPr>
      <dsp:spPr bwMode="white">
        <a:xfrm>
          <a:off x="245" y="842189"/>
          <a:ext cx="877504" cy="877504"/>
        </a:xfrm>
        <a:prstGeom prst="ellipse">
          <a:avLst/>
        </a:prstGeom>
        <a:sp3d z="-300000" prstMaterial="plastic"/>
      </dsp:spPr>
      <dsp:style>
        <a:lnRef idx="1">
          <a:schemeClr val="dk1"/>
        </a:lnRef>
        <a:fillRef idx="1">
          <a:schemeClr val="accent2">
            <a:tint val="40000"/>
          </a:schemeClr>
        </a:fillRef>
        <a:effectRef idx="0">
          <a:scrgbClr r="0" g="0" b="0"/>
        </a:effectRef>
        <a:fontRef idx="minor"/>
      </dsp:style>
      <dsp:txXfrm>
        <a:off x="245" y="842189"/>
        <a:ext cx="877504" cy="877504"/>
      </dsp:txXfrm>
    </dsp:sp>
    <dsp:sp modelId="{23E24F37-587A-4C60-903C-A6E384821FA9}">
      <dsp:nvSpPr>
        <dsp:cNvPr id="4" name="Rectangle 3"/>
        <dsp:cNvSpPr/>
      </dsp:nvSpPr>
      <dsp:spPr bwMode="white">
        <a:xfrm>
          <a:off x="184521" y="1026465"/>
          <a:ext cx="508952" cy="508952"/>
        </a:xfrm>
        <a:prstGeom prst="rect">
          <a:avLst/>
        </a:prstGeom>
        <a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sp3d contourW="19050" prstMaterial="metal">
          <a:bevelT w="88900" h="203200"/>
          <a:bevelB w="165100" h="254000"/>
        </a:sp3d>
      </dsp:spPr>
      <dsp:style>
        <a:lnRef idx="0">
          <a:schemeClr val="lt1"/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Xfrm>
        <a:off x="184521" y="1026465"/>
        <a:ext cx="508952" cy="508952"/>
      </dsp:txXfrm>
    </dsp:sp>
    <dsp:sp modelId="{544F97C6-1FB9-4034-A728-2CEDF16D1E5D}">
      <dsp:nvSpPr>
        <dsp:cNvPr id="5" name="Rectangle 4"/>
        <dsp:cNvSpPr/>
      </dsp:nvSpPr>
      <dsp:spPr bwMode="white">
        <a:xfrm>
          <a:off x="1065785" y="842189"/>
          <a:ext cx="2068403" cy="877504"/>
        </a:xfrm>
        <a:prstGeom prst="rect">
          <a:avLst/>
        </a:prstGeom>
      </dsp:spPr>
      <dsp:style>
        <a:lnRef idx="1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dirty="0">
              <a:solidFill>
                <a:schemeClr val="tx1"/>
              </a:solidFill>
            </a:rPr>
            <a:t>Add, view, and manage tasks efficiently. </a:t>
          </a:r>
          <a:endParaRPr>
            <a:solidFill>
              <a:schemeClr val="tx1"/>
            </a:solidFill>
          </a:endParaRPr>
        </a:p>
      </dsp:txBody>
      <dsp:txXfrm>
        <a:off x="1065785" y="842189"/>
        <a:ext cx="2068403" cy="877504"/>
      </dsp:txXfrm>
    </dsp:sp>
    <dsp:sp modelId="{457A1881-3D0B-40DD-9833-9ED08447DFFA}">
      <dsp:nvSpPr>
        <dsp:cNvPr id="6" name="Oval 5"/>
        <dsp:cNvSpPr/>
      </dsp:nvSpPr>
      <dsp:spPr bwMode="white">
        <a:xfrm>
          <a:off x="3494592" y="842189"/>
          <a:ext cx="877504" cy="877504"/>
        </a:xfrm>
        <a:prstGeom prst="ellipse">
          <a:avLst/>
        </a:prstGeom>
        <a:sp3d z="-300000" prstMaterial="plastic"/>
      </dsp:spPr>
      <dsp:style>
        <a:lnRef idx="1">
          <a:schemeClr val="dk1"/>
        </a:lnRef>
        <a:fillRef idx="1">
          <a:schemeClr val="accent2">
            <a:tint val="40000"/>
          </a:schemeClr>
        </a:fillRef>
        <a:effectRef idx="0">
          <a:scrgbClr r="0" g="0" b="0"/>
        </a:effectRef>
        <a:fontRef idx="minor"/>
      </dsp:style>
      <dsp:txXfrm>
        <a:off x="3494592" y="842189"/>
        <a:ext cx="877504" cy="877504"/>
      </dsp:txXfrm>
    </dsp:sp>
    <dsp:sp modelId="{BD51DEDD-3381-4FC4-80A4-50768F9EAEEB}">
      <dsp:nvSpPr>
        <dsp:cNvPr id="7" name="Rectangle 6"/>
        <dsp:cNvSpPr/>
      </dsp:nvSpPr>
      <dsp:spPr bwMode="white">
        <a:xfrm>
          <a:off x="3678867" y="1026465"/>
          <a:ext cx="508952" cy="508952"/>
        </a:xfrm>
        <a:prstGeom prst="rect">
          <a:avLst/>
        </a:prstGeom>
        <a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sp3d contourW="19050" prstMaterial="metal">
          <a:bevelT w="88900" h="203200"/>
          <a:bevelB w="165100" h="254000"/>
        </a:sp3d>
      </dsp:spPr>
      <dsp:style>
        <a:lnRef idx="0">
          <a:schemeClr val="lt1"/>
        </a:lnRef>
        <a:fillRef idx="1">
          <a:schemeClr val="accent2">
            <a:hueOff val="-120000"/>
            <a:satOff val="-1175"/>
            <a:lumOff val="-7711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Xfrm>
        <a:off x="3678867" y="1026465"/>
        <a:ext cx="508952" cy="508952"/>
      </dsp:txXfrm>
    </dsp:sp>
    <dsp:sp modelId="{16D7669B-C544-460B-9DFB-84022D4C8529}">
      <dsp:nvSpPr>
        <dsp:cNvPr id="8" name="Rectangle 7"/>
        <dsp:cNvSpPr/>
      </dsp:nvSpPr>
      <dsp:spPr bwMode="white">
        <a:xfrm>
          <a:off x="4560132" y="842189"/>
          <a:ext cx="2068403" cy="877504"/>
        </a:xfrm>
        <a:prstGeom prst="rect">
          <a:avLst/>
        </a:prstGeom>
      </dsp:spPr>
      <dsp:style>
        <a:lnRef idx="1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dirty="0">
              <a:solidFill>
                <a:schemeClr val="tx1"/>
              </a:solidFill>
            </a:rPr>
            <a:t>Display real-time current time. </a:t>
          </a:r>
          <a:endParaRPr>
            <a:solidFill>
              <a:schemeClr val="tx1"/>
            </a:solidFill>
          </a:endParaRPr>
        </a:p>
      </dsp:txBody>
      <dsp:txXfrm>
        <a:off x="4560132" y="842189"/>
        <a:ext cx="2068403" cy="877504"/>
      </dsp:txXfrm>
    </dsp:sp>
    <dsp:sp modelId="{C782FEE9-A229-498E-97D3-0636EEF8BFD7}">
      <dsp:nvSpPr>
        <dsp:cNvPr id="9" name="Oval 8"/>
        <dsp:cNvSpPr/>
      </dsp:nvSpPr>
      <dsp:spPr bwMode="white">
        <a:xfrm>
          <a:off x="245" y="2020203"/>
          <a:ext cx="877504" cy="877504"/>
        </a:xfrm>
        <a:prstGeom prst="ellipse">
          <a:avLst/>
        </a:prstGeom>
        <a:sp3d z="-300000" prstMaterial="plastic"/>
      </dsp:spPr>
      <dsp:style>
        <a:lnRef idx="1">
          <a:schemeClr val="dk1"/>
        </a:lnRef>
        <a:fillRef idx="1">
          <a:schemeClr val="accent2">
            <a:tint val="40000"/>
          </a:schemeClr>
        </a:fillRef>
        <a:effectRef idx="0">
          <a:scrgbClr r="0" g="0" b="0"/>
        </a:effectRef>
        <a:fontRef idx="minor"/>
      </dsp:style>
      <dsp:txXfrm>
        <a:off x="245" y="2020203"/>
        <a:ext cx="877504" cy="877504"/>
      </dsp:txXfrm>
    </dsp:sp>
    <dsp:sp modelId="{A0D9B3E4-D145-4016-A11B-38BCDCA22728}">
      <dsp:nvSpPr>
        <dsp:cNvPr id="10" name="Rectangle 9"/>
        <dsp:cNvSpPr/>
      </dsp:nvSpPr>
      <dsp:spPr bwMode="white">
        <a:xfrm>
          <a:off x="184521" y="2204479"/>
          <a:ext cx="508952" cy="508952"/>
        </a:xfrm>
        <a:prstGeom prst="rect">
          <a:avLst/>
        </a:prstGeom>
        <a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sp3d contourW="19050" prstMaterial="metal">
          <a:bevelT w="88900" h="203200"/>
          <a:bevelB w="165100" h="254000"/>
        </a:sp3d>
      </dsp:spPr>
      <dsp:style>
        <a:lnRef idx="0">
          <a:schemeClr val="lt1"/>
        </a:lnRef>
        <a:fillRef idx="1">
          <a:schemeClr val="accent2">
            <a:hueOff val="-240000"/>
            <a:satOff val="-2352"/>
            <a:lumOff val="-15424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Xfrm>
        <a:off x="184521" y="2204479"/>
        <a:ext cx="508952" cy="508952"/>
      </dsp:txXfrm>
    </dsp:sp>
    <dsp:sp modelId="{E5B5DA4A-6C73-4AA4-90CA-B401510713D0}">
      <dsp:nvSpPr>
        <dsp:cNvPr id="11" name="Rectangle 10"/>
        <dsp:cNvSpPr/>
      </dsp:nvSpPr>
      <dsp:spPr bwMode="white">
        <a:xfrm>
          <a:off x="1065785" y="2020203"/>
          <a:ext cx="2068403" cy="877504"/>
        </a:xfrm>
        <a:prstGeom prst="rect">
          <a:avLst/>
        </a:prstGeom>
      </dsp:spPr>
      <dsp:style>
        <a:lnRef idx="1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>
              <a:solidFill>
                <a:schemeClr val="tx1"/>
              </a:solidFill>
            </a:rPr>
            <a:t>Start tasks with countdown timers and trigger alarms. Provide stopwatch functionality: start, pause, resume, reset. </a:t>
          </a:r>
          <a:endParaRPr>
            <a:solidFill>
              <a:schemeClr val="tx1"/>
            </a:solidFill>
          </a:endParaRPr>
        </a:p>
      </dsp:txBody>
      <dsp:txXfrm>
        <a:off x="1065785" y="2020203"/>
        <a:ext cx="2068403" cy="877504"/>
      </dsp:txXfrm>
    </dsp:sp>
    <dsp:sp modelId="{88CB8276-FBEC-4A08-B8E3-80DB9C5D1BC7}">
      <dsp:nvSpPr>
        <dsp:cNvPr id="12" name="Oval 11"/>
        <dsp:cNvSpPr/>
      </dsp:nvSpPr>
      <dsp:spPr bwMode="white">
        <a:xfrm>
          <a:off x="3494592" y="2020203"/>
          <a:ext cx="877504" cy="877504"/>
        </a:xfrm>
        <a:prstGeom prst="ellipse">
          <a:avLst/>
        </a:prstGeom>
        <a:sp3d z="-300000" prstMaterial="plastic"/>
      </dsp:spPr>
      <dsp:style>
        <a:lnRef idx="1">
          <a:schemeClr val="dk1"/>
        </a:lnRef>
        <a:fillRef idx="1">
          <a:schemeClr val="accent2">
            <a:tint val="40000"/>
          </a:schemeClr>
        </a:fillRef>
        <a:effectRef idx="0">
          <a:scrgbClr r="0" g="0" b="0"/>
        </a:effectRef>
        <a:fontRef idx="minor"/>
      </dsp:style>
      <dsp:txXfrm>
        <a:off x="3494592" y="2020203"/>
        <a:ext cx="877504" cy="877504"/>
      </dsp:txXfrm>
    </dsp:sp>
    <dsp:sp modelId="{470A01A4-65A2-4E02-B2E2-3FE4E435997D}">
      <dsp:nvSpPr>
        <dsp:cNvPr id="13" name="Rectangle 12"/>
        <dsp:cNvSpPr/>
      </dsp:nvSpPr>
      <dsp:spPr bwMode="white">
        <a:xfrm>
          <a:off x="3678867" y="2204479"/>
          <a:ext cx="508952" cy="508952"/>
        </a:xfrm>
        <a:prstGeom prst="rect">
          <a:avLst/>
        </a:prstGeom>
        <a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sp3d contourW="19050" prstMaterial="metal">
          <a:bevelT w="88900" h="203200"/>
          <a:bevelB w="165100" h="254000"/>
        </a:sp3d>
      </dsp:spPr>
      <dsp:style>
        <a:lnRef idx="0">
          <a:schemeClr val="lt1"/>
        </a:lnRef>
        <a:fillRef idx="1">
          <a:schemeClr val="accent2">
            <a:hueOff val="-360000"/>
            <a:satOff val="-3528"/>
            <a:lumOff val="-23136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Xfrm>
        <a:off x="3678867" y="2204479"/>
        <a:ext cx="508952" cy="508952"/>
      </dsp:txXfrm>
    </dsp:sp>
    <dsp:sp modelId="{660B2031-B640-4D96-85DA-7C4B675044E7}">
      <dsp:nvSpPr>
        <dsp:cNvPr id="14" name="Rectangle 13"/>
        <dsp:cNvSpPr/>
      </dsp:nvSpPr>
      <dsp:spPr bwMode="white">
        <a:xfrm>
          <a:off x="4560132" y="2020203"/>
          <a:ext cx="2068403" cy="877504"/>
        </a:xfrm>
        <a:prstGeom prst="rect">
          <a:avLst/>
        </a:prstGeom>
      </dsp:spPr>
      <dsp:style>
        <a:lnRef idx="1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>
              <a:solidFill>
                <a:schemeClr val="tx1"/>
              </a:solidFill>
            </a:rPr>
            <a:t>User-friendly, menu-driven program using C++ fundamentals</a:t>
          </a:r>
          <a:endParaRPr>
            <a:solidFill>
              <a:schemeClr val="tx1"/>
            </a:solidFill>
          </a:endParaRPr>
        </a:p>
      </dsp:txBody>
      <dsp:txXfrm>
        <a:off x="4560132" y="2020203"/>
        <a:ext cx="2068403" cy="8775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contDir" val="sameDir"/>
            <dgm:param type="grDir" val="tL"/>
            <dgm:param type="flowDir" val="row"/>
          </dgm:alg>
        </dgm:if>
        <dgm:else name="Name5">
          <dgm:alg type="snake">
            <dgm:param type="contDir" val="sameDir"/>
            <dgm:param type="grDir" val="tR"/>
            <dgm:param type="flowDir" val="row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parTxLTRAlign" val="l"/>
                  <dgm:param type="parTxRTLAlign" val="l"/>
                  <dgm:param type="shpTxLTRAlignCh" val="l"/>
                  <dgm:param type="shpTxRTLAlignCh" val="l"/>
                  <dgm:param type="txAnchorVert" val="mid"/>
                </dgm:alg>
              </dgm:if>
              <dgm:else name="Name9">
                <dgm:alg type="tx">
                  <dgm:param type="parTxLTRAlign" val="r"/>
                  <dgm:param type="parTxRTLAlign" val="r"/>
                  <dgm:param type="shpTxLTRAlignCh" val="r"/>
                  <dgm:param type="shpTxRTLAlignCh" val="r"/>
                  <dgm:param type="txAnchorVert" val="mid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9A443A-87D3-412E-8169-B50E092F4F84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CA9A72-D23D-4C9E-86C1-18E3BAD4B2F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CA9A72-D23D-4C9E-86C1-18E3BAD4B2F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CA9A72-D23D-4C9E-86C1-18E3BAD4B2F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CA9A72-D23D-4C9E-86C1-18E3BAD4B2F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CA9A72-D23D-4C9E-86C1-18E3BAD4B2F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3400" y="1245201"/>
            <a:ext cx="4770300" cy="2058836"/>
          </a:xfrm>
        </p:spPr>
        <p:txBody>
          <a:bodyPr anchor="t">
            <a:normAutofit/>
          </a:bodyPr>
          <a:lstStyle/>
          <a:p>
            <a:r>
              <a:rPr lang="en-US" sz="4400" b="1" i="1" cap="none" dirty="0">
                <a:latin typeface="Georgia Pro Cond Semibold" panose="02040706050405020303" pitchFamily="18" charset="0"/>
              </a:rPr>
              <a:t>Time Task Analyzer</a:t>
            </a:r>
            <a:endParaRPr lang="en-US" sz="4400" b="1" i="1" cap="none" dirty="0">
              <a:latin typeface="Georgia Pro Cond Semibold" panose="020407060504050203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3050" y="3006256"/>
            <a:ext cx="4172757" cy="845487"/>
          </a:xfrm>
        </p:spPr>
        <p:txBody>
          <a:bodyPr anchor="b">
            <a:normAutofit/>
          </a:bodyPr>
          <a:lstStyle/>
          <a:p>
            <a:r>
              <a:rPr lang="en-US" dirty="0">
                <a:latin typeface="Script MT Bold" panose="03040602040607080904" pitchFamily="66" charset="0"/>
              </a:rPr>
              <a:t>Enhancing Productivity through Task and Time Management</a:t>
            </a:r>
            <a:endParaRPr lang="en-US" dirty="0">
              <a:latin typeface="Script MT Bold" panose="03040602040607080904" pitchFamily="66" charset="0"/>
            </a:endParaRPr>
          </a:p>
        </p:txBody>
      </p:sp>
      <p:cxnSp>
        <p:nvCxnSpPr>
          <p:cNvPr id="11" name="Straight Connector 10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l="-1" t="4056" r="-1" b="4279"/>
          <a:stretch>
            <a:fillRect/>
          </a:stretch>
        </p:blipFill>
        <p:spPr>
          <a:xfrm>
            <a:off x="6030686" y="55418"/>
            <a:ext cx="6161314" cy="680258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  <a:headEnd/>
            <a:tailEnd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287895" y="5837028"/>
            <a:ext cx="215085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Zarish Shahzad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rcRect l="277" t="15087" r="-277" b="2271"/>
          <a:stretch>
            <a:fillRect/>
          </a:stretch>
        </p:blipFill>
        <p:spPr>
          <a:xfrm>
            <a:off x="1992630" y="1393371"/>
            <a:ext cx="8252460" cy="41801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27" name="Straight Connector 26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1969770" y="5719083"/>
            <a:ext cx="8229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712685" y="674132"/>
            <a:ext cx="52251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/>
              <a:t>Problem Statement</a:t>
            </a:r>
            <a:endParaRPr lang="en-US" sz="3200" b="1" i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035276"/>
          </a:xfrm>
        </p:spPr>
        <p:txBody>
          <a:bodyPr>
            <a:normAutofit/>
          </a:bodyPr>
          <a:lstStyle/>
          <a:p>
            <a:r>
              <a:rPr lang="en-US" i="1" cap="none" dirty="0">
                <a:latin typeface="Georgia Pro Cond Semibold" panose="02040706050405020303" pitchFamily="18" charset="0"/>
              </a:rPr>
              <a:t>Introduction</a:t>
            </a:r>
            <a:endParaRPr lang="en-US" i="1" cap="none" dirty="0">
              <a:latin typeface="Georgia Pro Cond Semibold" panose="02040706050405020303" pitchFamily="18" charset="0"/>
            </a:endParaRPr>
          </a:p>
        </p:txBody>
      </p:sp>
      <p:cxnSp>
        <p:nvCxnSpPr>
          <p:cNvPr id="26" name="Straight Connector 25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974" y="1944913"/>
            <a:ext cx="6400800" cy="3739896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task and time management is essential in today’s fast-paced life.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reminder apps either give notifications only or multiple intrusive alarms.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TimeTask Analyzer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task tracking, alarms, and stopwatch features in one program.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C++ and fundamental programming concepts.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l="11981" r="1" b="1"/>
          <a:stretch>
            <a:fillRect/>
          </a:stretch>
        </p:blipFill>
        <p:spPr>
          <a:xfrm>
            <a:off x="7910286" y="890873"/>
            <a:ext cx="3481613" cy="511536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27" name="Straight Connector 26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2" name="Rectangl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1"/>
          <a:srcRect t="-2377" r="2" b="168"/>
          <a:stretch>
            <a:fillRect/>
          </a:stretch>
        </p:blipFill>
        <p:spPr>
          <a:xfrm>
            <a:off x="488043" y="217714"/>
            <a:ext cx="11166928" cy="6183086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8" y="914400"/>
            <a:ext cx="6627924" cy="1307592"/>
          </a:xfrm>
        </p:spPr>
        <p:txBody>
          <a:bodyPr>
            <a:normAutofit/>
          </a:bodyPr>
          <a:lstStyle/>
          <a:p>
            <a:r>
              <a:rPr lang="en-US" i="1" cap="none" dirty="0">
                <a:latin typeface="Georgia Pro Cond Semibold" panose="02040706050405020303" pitchFamily="18" charset="0"/>
              </a:rPr>
              <a:t>Objectives</a:t>
            </a:r>
            <a:endParaRPr lang="en-US" i="1" dirty="0">
              <a:latin typeface="Georgia Pro Cond Semibold" panose="02040706050405020303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r="2" b="359"/>
          <a:stretch>
            <a:fillRect/>
          </a:stretch>
        </p:blipFill>
        <p:spPr>
          <a:xfrm>
            <a:off x="20" y="-17929"/>
            <a:ext cx="4206220" cy="685800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2" name="Straight Connector 11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/>
          <p:cNvGraphicFramePr>
            <a:graphicFrameLocks noGrp="1"/>
          </p:cNvGraphicFramePr>
          <p:nvPr>
            <p:ph idx="1"/>
          </p:nvPr>
        </p:nvGraphicFramePr>
        <p:xfrm>
          <a:off x="4766097" y="1772049"/>
          <a:ext cx="6627924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14" name="Straight Connector 13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16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i="1" dirty="0">
                <a:latin typeface="Georgia Pro Cond Semibold" panose="02040706050405020303" pitchFamily="18" charset="0"/>
              </a:rPr>
              <a:t>Analyzing Output and conclusion</a:t>
            </a:r>
            <a:endParaRPr lang="en-US" sz="3200" i="1" dirty="0">
              <a:latin typeface="Georgia Pro Cond Semibold" panose="02040706050405020303" pitchFamily="18" charset="0"/>
            </a:endParaRPr>
          </a:p>
        </p:txBody>
      </p:sp>
      <p:cxnSp>
        <p:nvCxnSpPr>
          <p:cNvPr id="18" name="Straight Connector 17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0088" y="2060966"/>
            <a:ext cx="6400800" cy="373989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TimeTask Analyzer combines task tracking, alarms, and stopwatch in a single program.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Implements C++ fundamentals: structures, arrays, loops, functions, and decision-making.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productivity and time management.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extended in future: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prioritization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GUI interface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 categories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rcRect l="4881"/>
          <a:stretch>
            <a:fillRect/>
          </a:stretch>
        </p:blipFill>
        <p:spPr>
          <a:xfrm>
            <a:off x="7562490" y="890873"/>
            <a:ext cx="3829409" cy="511536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6" name="Straight Connector 15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19999" y="6317134"/>
            <a:ext cx="2474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 Pro Cond Semibold" panose="02040706050405020303" pitchFamily="18" charset="0"/>
              </a:rPr>
              <a:t>Thank You!</a:t>
            </a:r>
            <a:endParaRPr lang="en-US" dirty="0">
              <a:latin typeface="Georgia Pro Cond Semibold" panose="02040706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9216" y="6178634"/>
            <a:ext cx="2173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Questions and     Discussion</a:t>
            </a:r>
            <a:endParaRPr lang="en-US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8" grpId="0"/>
    </p:bld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796</Words>
  <Application>WPS Presentation</Application>
  <PresentationFormat>Widescreen</PresentationFormat>
  <Paragraphs>32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2" baseType="lpstr">
      <vt:lpstr>Arial</vt:lpstr>
      <vt:lpstr>SimSun</vt:lpstr>
      <vt:lpstr>Wingdings</vt:lpstr>
      <vt:lpstr>Georgia Pro Cond Semibold</vt:lpstr>
      <vt:lpstr>Georgia</vt:lpstr>
      <vt:lpstr>Script MT Bold</vt:lpstr>
      <vt:lpstr>Times New Roman</vt:lpstr>
      <vt:lpstr>Courier New</vt:lpstr>
      <vt:lpstr>Calisto MT</vt:lpstr>
      <vt:lpstr>Microsoft YaHei</vt:lpstr>
      <vt:lpstr>Arial Unicode MS</vt:lpstr>
      <vt:lpstr>Univers Condensed</vt:lpstr>
      <vt:lpstr>Segoe Print</vt:lpstr>
      <vt:lpstr>Aptos</vt:lpstr>
      <vt:lpstr>Segoe UI</vt:lpstr>
      <vt:lpstr>ChronicleVTI</vt:lpstr>
      <vt:lpstr>Time Task Analyzer</vt:lpstr>
      <vt:lpstr>PowerPoint 演示文稿</vt:lpstr>
      <vt:lpstr>Introduction</vt:lpstr>
      <vt:lpstr>PowerPoint 演示文稿</vt:lpstr>
      <vt:lpstr>Objectives</vt:lpstr>
      <vt:lpstr>Analyzing Output and 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Meeram Shahzad</dc:creator>
  <cp:lastModifiedBy>Zarish Shahzad</cp:lastModifiedBy>
  <cp:revision>12</cp:revision>
  <dcterms:created xsi:type="dcterms:W3CDTF">2026-01-14T18:52:00Z</dcterms:created>
  <dcterms:modified xsi:type="dcterms:W3CDTF">2026-07-17T12:34:15Z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1F4AB94E52B049CE894D84CA6B207071_12</vt:lpwstr>
  </property>
  <property fmtid="{D5CDD505-2E9C-101B-9397-08002B2CF9AE}" pid="3" name="KSOProductBuildVer">
    <vt:lpwstr>1033-12.1.0.26880</vt:lpwstr>
  </property>
</Properties>
</file>